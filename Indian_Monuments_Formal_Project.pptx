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6" r:id="rId6"/>
    <p:sldId id="261" r:id="rId7"/>
    <p:sldId id="267" r:id="rId8"/>
    <p:sldId id="262" r:id="rId9"/>
    <p:sldId id="268" r:id="rId10"/>
    <p:sldId id="263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260" y="1258570"/>
            <a:ext cx="7772400" cy="224599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br>
              <a:rPr sz="3200"/>
            </a:br>
            <a:r>
              <a:rPr sz="3200"/>
              <a:t>INDIAN MONUMENT </a:t>
            </a:r>
            <a:r>
              <a:rPr lang="en-US" sz="3200"/>
              <a:t>IMAGE </a:t>
            </a:r>
            <a:br>
              <a:rPr lang="en-US" sz="3200"/>
            </a:br>
            <a:r>
              <a:rPr lang="en-US" sz="3200"/>
              <a:t>PREDICTION</a:t>
            </a:r>
            <a:br>
              <a:rPr lang="en-US" sz="3200"/>
            </a:br>
            <a:br>
              <a:rPr lang="en-US" sz="3200"/>
            </a:br>
            <a:r>
              <a:rPr lang="en-US" sz="3200"/>
              <a:t>Guided by: - Dr. Bhargav K Rewankar</a:t>
            </a:r>
            <a:br>
              <a:rPr lang="en-US" sz="3200"/>
            </a:br>
            <a:r>
              <a:rPr lang="en-US" sz="3200"/>
              <a:t>    Dr.Ravi Roogi</a:t>
            </a:r>
            <a:endParaRPr 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814955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</a:p>
          <a:p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634490" y="3823335"/>
          <a:ext cx="6400800" cy="2693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665"/>
                <a:gridCol w="323913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Team Members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UUCMS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Ananya R Sugandhi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P02DR25S126002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Chaitra Navalgund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P02DR25S126006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Lavanya Maribashetti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P02DR25S126012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Suman Palled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P02DR25S126031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Ziyakausar J Tamboli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P02DR25S126036</a:t>
                      </a:r>
                      <a:endParaRPr lang="en-US"/>
                    </a:p>
                  </a:txBody>
                  <a:tcPr/>
                </a:tc>
              </a:tr>
              <a:tr h="499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Vasanta Mathad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P02DR25S126037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95" y="233680"/>
            <a:ext cx="7506335" cy="1026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648018"/>
            <a:ext cx="8229600" cy="1143000"/>
          </a:xfrm>
        </p:spPr>
        <p:txBody>
          <a:bodyPr/>
          <a:lstStyle/>
          <a:p>
            <a:pPr algn="l"/>
            <a:r>
              <a:rPr sz="4800" b="1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905" y="1935480"/>
            <a:ext cx="8622030" cy="4526280"/>
          </a:xfrm>
        </p:spPr>
        <p:txBody>
          <a:bodyPr>
            <a:normAutofit fontScale="60000"/>
          </a:bodyPr>
          <a:lstStyle/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India has a vast number of historical monuments, but identifying them and understanding their 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historical, structural, and preservation details is not always easy for common people.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Manual identification requires prior knowledge, and there is no simple system where users can 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upload an image and instantly get detailed information about a monument.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Hence, there is a need for an intelligent system that can: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● Automatically recognize Indian monuments from images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● Provide meaningful historical and structural details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● Raise awareness about monument preservation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" y="360998"/>
            <a:ext cx="8229600" cy="1143000"/>
          </a:xfrm>
        </p:spPr>
        <p:txBody>
          <a:bodyPr/>
          <a:lstStyle/>
          <a:p>
            <a:pPr algn="l"/>
            <a:r>
              <a:rPr b="1">
                <a:latin typeface="Times New Roman" panose="02020603050405020304" charset="0"/>
                <a:cs typeface="Times New Roman" panose="02020603050405020304" charset="0"/>
              </a:rPr>
              <a:t>Objective &amp; Scope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To develop a deep learning-based image classification system that identifies Indian Monuments 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from uploaded images and provides detailed information such as build date, materials used,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environment impact and protection methods through a user friendly interface.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Scope: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The system can be used in tourism applications and for educational purposes by students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and researchers, with future enhancements including mobile application integration and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335">
                <a:latin typeface="Times New Roman" panose="02020603050405020304" charset="0"/>
                <a:cs typeface="Times New Roman" panose="02020603050405020304" charset="0"/>
              </a:rPr>
              <a:t>real-time monument detection using camera input</a:t>
            </a:r>
            <a:endParaRPr lang="en-US" altLang="en-US" sz="3335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latin typeface="Times New Roman" panose="02020603050405020304" charset="0"/>
                <a:cs typeface="Times New Roman" panose="02020603050405020304" charset="0"/>
              </a:rPr>
              <a:t>Data Files 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Description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dataset is taken from Kaggle: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Indian Monuments Image Dataset</a:t>
            </a:r>
            <a:b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Search from google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Contains images of various Indian monuments such as: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Taj Mahal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Qutub Minar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India Gate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Red Fort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Dataset is divided into: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Train Folder: Used to train the model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○ Test Folder: Used to evaluate model performance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Each monument has multiple labeled images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Images are pre-classified into folders representing monument names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1. Data Collection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Dataset downloaded from Kaggle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Search from google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2. Data Preprocessing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Image resizing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Normalization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Label encoding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3. Model Building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Convolutional Neural Network (CNN) is used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220">
                <a:latin typeface="Times New Roman" panose="02020603050405020304" charset="0"/>
                <a:cs typeface="Times New Roman" panose="02020603050405020304" charset="0"/>
              </a:rPr>
              <a:t>Model trained using training dataset</a:t>
            </a:r>
            <a:endParaRPr lang="en-US" altLang="en-US" sz="222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19100" y="1520190"/>
            <a:ext cx="738632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Model Testing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Accuracy evaluated using test dataset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Prediction Phase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User uploads an image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predicts monument name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 Information Retrieval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Based on prediction, details are fetched from database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7. Output Display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Displays monument details such as: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Build Date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Materials Used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Environmental Effects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Protection Methods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2395" y="437198"/>
            <a:ext cx="8229600" cy="1143000"/>
          </a:xfrm>
        </p:spPr>
        <p:txBody>
          <a:bodyPr/>
          <a:lstStyle/>
          <a:p>
            <a:pPr algn="l"/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System 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Requirements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Requirements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Processor: Intel i5 or above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RAM: Minimum 8 GB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Storage: 256 GB or more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Requirements</a:t>
            </a:r>
            <a:endParaRPr sz="2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Operating System: Windows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Programming Language: Python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Libraries: TensorFlow, Keras, NumPy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Framework: Flask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IDE: VS Code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1462"/>
          <a:stretch>
            <a:fillRect/>
          </a:stretch>
        </p:blipFill>
        <p:spPr>
          <a:xfrm>
            <a:off x="2600325" y="1543050"/>
            <a:ext cx="3962400" cy="474916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Block Diagram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Input Data / Output Data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Image of Indian monument (uploaded by user)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Monument Name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Build Date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Materials Used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Environmental Impact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Protection Methods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60" y="3033078"/>
            <a:ext cx="8229600" cy="1143000"/>
          </a:xfrm>
        </p:spPr>
        <p:txBody>
          <a:bodyPr/>
          <a:lstStyle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04*201"/>
  <p:tag name="TABLE_ENDDRAG_RECT" val="120*118*504*20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2780</Words>
  <Application>WPS Presentation</Application>
  <PresentationFormat>On-screen Show (4:3)</PresentationFormat>
  <Paragraphs>127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Times New Roman</vt:lpstr>
      <vt:lpstr>Office Theme</vt:lpstr>
      <vt:lpstr>INDIAN MONUMENT IDENTIFICATION SYSTEM</vt:lpstr>
      <vt:lpstr>Problem Statement</vt:lpstr>
      <vt:lpstr>Project Objective &amp; Scope</vt:lpstr>
      <vt:lpstr>Data Files Description</vt:lpstr>
      <vt:lpstr>Technical Methodology</vt:lpstr>
      <vt:lpstr>Technical Methodology</vt:lpstr>
      <vt:lpstr>System Requirements</vt:lpstr>
      <vt:lpstr>System Requirements</vt:lpstr>
      <vt:lpstr>Dataset &amp; Sources</vt:lpstr>
      <vt:lpstr>Input Data / Output Data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Ziya Kausar</cp:lastModifiedBy>
  <cp:revision>4</cp:revision>
  <dcterms:created xsi:type="dcterms:W3CDTF">2013-01-27T09:14:00Z</dcterms:created>
  <dcterms:modified xsi:type="dcterms:W3CDTF">2026-03-25T10:08:12Z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E4970A81B8AB4412BE647EC4DC00944C_12</vt:lpwstr>
  </property>
</Properties>
</file>